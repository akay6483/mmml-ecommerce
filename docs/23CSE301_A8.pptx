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70" r:id="rId5"/>
    <p:sldId id="271" r:id="rId6"/>
    <p:sldId id="272" r:id="rId7"/>
    <p:sldId id="259" r:id="rId8"/>
    <p:sldId id="273" r:id="rId9"/>
    <p:sldId id="274" r:id="rId10"/>
    <p:sldId id="275" r:id="rId11"/>
    <p:sldId id="260" r:id="rId12"/>
    <p:sldId id="276" r:id="rId13"/>
    <p:sldId id="277" r:id="rId14"/>
    <p:sldId id="278" r:id="rId15"/>
    <p:sldId id="269" r:id="rId16"/>
    <p:sldId id="279" r:id="rId17"/>
    <p:sldId id="280" r:id="rId18"/>
    <p:sldId id="281"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7"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4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and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dirty="0"/>
              <a:t>2.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dirty="0"/>
              <a:t>2.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r>
              <a:rPr dirty="0"/>
              <a:t>Feature descriptions</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pic>
        <p:nvPicPr>
          <p:cNvPr id="7" name="Picture 6">
            <a:extLst>
              <a:ext uri="{FF2B5EF4-FFF2-40B4-BE49-F238E27FC236}">
                <a16:creationId xmlns:a16="http://schemas.microsoft.com/office/drawing/2014/main" id="{8F8FA631-6B42-23F2-8020-1C32D2062A31}"/>
              </a:ext>
            </a:extLst>
          </p:cNvPr>
          <p:cNvPicPr>
            <a:picLocks noChangeAspect="1"/>
          </p:cNvPicPr>
          <p:nvPr/>
        </p:nvPicPr>
        <p:blipFill>
          <a:blip r:embed="rId3"/>
          <a:stretch>
            <a:fillRect/>
          </a:stretch>
        </p:blipFill>
        <p:spPr>
          <a:xfrm>
            <a:off x="4575037" y="2776312"/>
            <a:ext cx="1280271" cy="472481"/>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dirty="0"/>
              <a:t>2.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dirty="0"/>
          </a:p>
          <a:p>
            <a:r>
              <a:rPr dirty="0"/>
              <a:t>Preprocessing steps</a:t>
            </a:r>
            <a:r>
              <a:rPr lang="en-US" dirty="0"/>
              <a:t> : </a:t>
            </a:r>
            <a:endParaRPr dirty="0"/>
          </a:p>
          <a:p>
            <a:r>
              <a:rPr dirty="0"/>
              <a:t>Train–test split details</a:t>
            </a:r>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558791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923775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3922C41-CBFF-060C-0674-DC2F8A823848}"/>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886759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7</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1268</TotalTime>
  <Words>670</Words>
  <Application>Microsoft Office PowerPoint</Application>
  <PresentationFormat>Widescreen</PresentationFormat>
  <Paragraphs>87</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2. Dataset 2 – Description</vt:lpstr>
      <vt:lpstr>2. Dataset 3 – Description</vt:lpstr>
      <vt:lpstr>2. Dataset 4 – Description</vt:lpstr>
      <vt:lpstr>3. Models Used for Dataset 1</vt:lpstr>
      <vt:lpstr>3. Models Used for Dataset 1</vt:lpstr>
      <vt:lpstr>3. Models Used for Dataset 1</vt:lpstr>
      <vt:lpstr>3. Models Used for Dataset 1</vt:lpstr>
      <vt:lpstr>4. Result Analysis – Dataset 1 (if classification)</vt:lpstr>
      <vt:lpstr>4. Result Analysis – Dataset 1 (if classification)</vt:lpstr>
      <vt:lpstr>4. Result Analysis – Dataset 1 (if classification)</vt:lpstr>
      <vt:lpstr>4. Result Analysis – Dataset 1 (if classification)</vt:lpstr>
      <vt:lpstr>5. Interpretation of Results</vt:lpstr>
      <vt:lpstr>5. Interpretation of Results</vt:lpstr>
      <vt:lpstr>5. Interpretation of Results</vt:lpstr>
      <vt:lpstr>5. Interpretation of Results</vt:lpstr>
      <vt:lpstr>7.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39</cp:revision>
  <dcterms:created xsi:type="dcterms:W3CDTF">2020-08-24T06:49:48Z</dcterms:created>
  <dcterms:modified xsi:type="dcterms:W3CDTF">2025-11-27T06:13:27Z</dcterms:modified>
</cp:coreProperties>
</file>