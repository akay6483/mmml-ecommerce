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78" r:id="rId10"/>
    <p:sldId id="281" r:id="rId11"/>
    <p:sldId id="271" r:id="rId12"/>
    <p:sldId id="274" r:id="rId13"/>
    <p:sldId id="276" r:id="rId14"/>
    <p:sldId id="269"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0878" autoAdjust="0"/>
    <p:restoredTop sz="94660"/>
  </p:normalViewPr>
  <p:slideViewPr>
    <p:cSldViewPr snapToGrid="0">
      <p:cViewPr varScale="1">
        <p:scale>
          <a:sx n="52" d="100"/>
          <a:sy n="52" d="100"/>
        </p:scale>
        <p:origin x="53" y="3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9FF210F-B23D-6264-90F7-5CD5C59F5085}"/>
              </a:ext>
            </a:extLst>
          </p:cNvPr>
          <p:cNvPicPr>
            <a:picLocks noChangeAspect="1"/>
          </p:cNvPicPr>
          <p:nvPr/>
        </p:nvPicPr>
        <p:blipFill>
          <a:blip r:embed="rId2"/>
          <a:stretch>
            <a:fillRect/>
          </a:stretch>
        </p:blipFill>
        <p:spPr>
          <a:xfrm>
            <a:off x="252036" y="1945239"/>
            <a:ext cx="3878645" cy="3305188"/>
          </a:xfrm>
          <a:prstGeom prst="rect">
            <a:avLst/>
          </a:prstGeom>
        </p:spPr>
      </p:pic>
      <p:pic>
        <p:nvPicPr>
          <p:cNvPr id="10" name="Picture 9">
            <a:extLst>
              <a:ext uri="{FF2B5EF4-FFF2-40B4-BE49-F238E27FC236}">
                <a16:creationId xmlns:a16="http://schemas.microsoft.com/office/drawing/2014/main" id="{79F1BF3B-F0BE-9384-386B-D497FAEC04A2}"/>
              </a:ext>
            </a:extLst>
          </p:cNvPr>
          <p:cNvPicPr>
            <a:picLocks noChangeAspect="1"/>
          </p:cNvPicPr>
          <p:nvPr/>
        </p:nvPicPr>
        <p:blipFill>
          <a:blip r:embed="rId3"/>
          <a:stretch>
            <a:fillRect/>
          </a:stretch>
        </p:blipFill>
        <p:spPr>
          <a:xfrm>
            <a:off x="4256534" y="1945238"/>
            <a:ext cx="3832395" cy="3305187"/>
          </a:xfrm>
          <a:prstGeom prst="rect">
            <a:avLst/>
          </a:prstGeom>
        </p:spPr>
      </p:pic>
      <p:pic>
        <p:nvPicPr>
          <p:cNvPr id="12" name="Picture 11">
            <a:extLst>
              <a:ext uri="{FF2B5EF4-FFF2-40B4-BE49-F238E27FC236}">
                <a16:creationId xmlns:a16="http://schemas.microsoft.com/office/drawing/2014/main" id="{18C7B5B8-2830-B12B-F7D4-14A5BF3D3F7D}"/>
              </a:ext>
            </a:extLst>
          </p:cNvPr>
          <p:cNvPicPr>
            <a:picLocks noChangeAspect="1"/>
          </p:cNvPicPr>
          <p:nvPr/>
        </p:nvPicPr>
        <p:blipFill>
          <a:blip r:embed="rId4"/>
          <a:stretch>
            <a:fillRect/>
          </a:stretch>
        </p:blipFill>
        <p:spPr>
          <a:xfrm>
            <a:off x="8214783" y="1984649"/>
            <a:ext cx="3725181" cy="3265776"/>
          </a:xfrm>
          <a:prstGeom prst="rect">
            <a:avLst/>
          </a:prstGeom>
        </p:spPr>
      </p:pic>
      <p:sp>
        <p:nvSpPr>
          <p:cNvPr id="5" name="Title 1">
            <a:extLst>
              <a:ext uri="{FF2B5EF4-FFF2-40B4-BE49-F238E27FC236}">
                <a16:creationId xmlns:a16="http://schemas.microsoft.com/office/drawing/2014/main" id="{44E186A4-1A76-40FB-77B7-F3259E1C97FC}"/>
              </a:ext>
            </a:extLst>
          </p:cNvPr>
          <p:cNvSpPr>
            <a:spLocks noGrp="1"/>
          </p:cNvSpPr>
          <p:nvPr>
            <p:ph type="title"/>
          </p:nvPr>
        </p:nvSpPr>
        <p:spPr>
          <a:xfrm>
            <a:off x="1097280" y="286603"/>
            <a:ext cx="10058400" cy="1450757"/>
          </a:xfrm>
        </p:spPr>
        <p:txBody>
          <a:bodyPr>
            <a:normAutofit/>
          </a:bodyPr>
          <a:lstStyle/>
          <a:p>
            <a:r>
              <a:rPr lang="en-US" dirty="0"/>
              <a:t>8</a:t>
            </a:r>
            <a:r>
              <a:rPr dirty="0"/>
              <a:t>. Result Analysis – Dataset </a:t>
            </a:r>
            <a:r>
              <a:rPr lang="en-US" dirty="0"/>
              <a:t>1</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918071" cy="3297902"/>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lang="en-US" dirty="0"/>
              <a:t>6</a:t>
            </a:r>
            <a:r>
              <a:rPr dirty="0"/>
              <a:t>.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lang="en-US" dirty="0"/>
              <a:t>7</a:t>
            </a:r>
            <a:r>
              <a:rPr dirty="0"/>
              <a:t>.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lang="en-US" dirty="0"/>
              <a:t>8</a:t>
            </a:r>
            <a:r>
              <a:rPr dirty="0"/>
              <a:t>. Result Analysis – </a:t>
            </a:r>
            <a:r>
              <a:t>Dataset </a:t>
            </a:r>
            <a:r>
              <a:rPr lang="en-US"/>
              <a:t>2</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9.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lang="en-US" dirty="0"/>
              <a:t>10</a:t>
            </a:r>
            <a:r>
              <a:rPr dirty="0"/>
              <a:t>.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lang="en-US" dirty="0"/>
              <a:t>11</a:t>
            </a:r>
            <a:r>
              <a:rPr dirty="0"/>
              <a:t>.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lang="en-US" dirty="0"/>
              <a:t>12</a:t>
            </a:r>
            <a:r>
              <a:rPr dirty="0"/>
              <a:t>. Result Analysis – Dataset </a:t>
            </a:r>
            <a:r>
              <a:rPr lang="en-US" dirty="0"/>
              <a:t>3</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13.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lang="en-US" dirty="0"/>
              <a:t>14</a:t>
            </a:r>
            <a:r>
              <a:rPr dirty="0"/>
              <a:t>.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lang="en-US" dirty="0"/>
              <a:t>15</a:t>
            </a:r>
            <a:r>
              <a:rPr dirty="0"/>
              <a:t>.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lang="en-US" dirty="0"/>
              <a:t>16</a:t>
            </a:r>
            <a:r>
              <a:rPr dirty="0"/>
              <a:t>. Result Analysis – Dataset </a:t>
            </a:r>
            <a:r>
              <a:rPr lang="en-US" dirty="0"/>
              <a:t>4</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17.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18</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1480</TotalTime>
  <Words>1139</Words>
  <Application>Microsoft Office PowerPoint</Application>
  <PresentationFormat>Widescreen</PresentationFormat>
  <Paragraphs>123</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8. Result Analysis – Dataset 1</vt:lpstr>
      <vt:lpstr>5. Interpretation of Results</vt:lpstr>
      <vt:lpstr>6. Dataset 2 – Description</vt:lpstr>
      <vt:lpstr>7. Models Used for Dataset 2</vt:lpstr>
      <vt:lpstr>8. Result Analysis – Dataset 2</vt:lpstr>
      <vt:lpstr>9. Interpretation of Results</vt:lpstr>
      <vt:lpstr>10. Dataset 3 – Description</vt:lpstr>
      <vt:lpstr>11. Models Used for Dataset 3</vt:lpstr>
      <vt:lpstr>12. Result Analysis – Dataset 3 (if classification)</vt:lpstr>
      <vt:lpstr>13. Interpretation of Results</vt:lpstr>
      <vt:lpstr>14. Dataset 4 – Description</vt:lpstr>
      <vt:lpstr>15. Models Used for Dataset 4</vt:lpstr>
      <vt:lpstr>16. Result Analysis – Dataset 4 (if classification)</vt:lpstr>
      <vt:lpstr>17. Interpretation of Results</vt:lpstr>
      <vt:lpstr>18.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50</cp:revision>
  <dcterms:created xsi:type="dcterms:W3CDTF">2020-08-24T06:49:48Z</dcterms:created>
  <dcterms:modified xsi:type="dcterms:W3CDTF">2025-11-27T16:36:26Z</dcterms:modified>
</cp:coreProperties>
</file>