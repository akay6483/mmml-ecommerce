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sldIdLst>
    <p:sldId id="256" r:id="rId2"/>
    <p:sldId id="268" r:id="rId3"/>
    <p:sldId id="258" r:id="rId4"/>
    <p:sldId id="259" r:id="rId5"/>
    <p:sldId id="260" r:id="rId6"/>
    <p:sldId id="269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F3F80-4C52-46D4-9D36-C6F3EED98E5F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73E4A-4E84-4D73-A121-FB603FCC7256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36009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F3F80-4C52-46D4-9D36-C6F3EED98E5F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73E4A-4E84-4D73-A121-FB603FCC72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7304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F3F80-4C52-46D4-9D36-C6F3EED98E5F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73E4A-4E84-4D73-A121-FB603FCC7256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8348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F3F80-4C52-46D4-9D36-C6F3EED98E5F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73E4A-4E84-4D73-A121-FB603FCC72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6728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F3F80-4C52-46D4-9D36-C6F3EED98E5F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73E4A-4E84-4D73-A121-FB603FCC72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7699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F3F80-4C52-46D4-9D36-C6F3EED98E5F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73E4A-4E84-4D73-A121-FB603FCC72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9110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F3F80-4C52-46D4-9D36-C6F3EED98E5F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73E4A-4E84-4D73-A121-FB603FCC72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6019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C2EF3F80-4C52-46D4-9D36-C6F3EED98E5F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C073E4A-4E84-4D73-A121-FB603FCC72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9772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F3F80-4C52-46D4-9D36-C6F3EED98E5F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73E4A-4E84-4D73-A121-FB603FCC72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9936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F3F80-4C52-46D4-9D36-C6F3EED98E5F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73E4A-4E84-4D73-A121-FB603FCC72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7221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F3F80-4C52-46D4-9D36-C6F3EED98E5F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73E4A-4E84-4D73-A121-FB603FCC72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7149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16000"/>
            <a:lum/>
          </a:blip>
          <a:srcRect/>
          <a:stretch>
            <a:fillRect t="-4000" b="-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C2EF3F80-4C52-46D4-9D36-C6F3EED98E5F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8C073E4A-4E84-4D73-A121-FB603FCC7256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7484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66E56-5274-4F29-AF29-EFE0710BD5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2169367"/>
            <a:ext cx="10058400" cy="1259633"/>
          </a:xfrm>
        </p:spPr>
        <p:txBody>
          <a:bodyPr>
            <a:normAutofit fontScale="90000"/>
          </a:bodyPr>
          <a:lstStyle/>
          <a:p>
            <a:pPr algn="ctr"/>
            <a:r>
              <a:rPr lang="en-IN" sz="5400" dirty="0">
                <a:solidFill>
                  <a:srgbClr val="C00000"/>
                </a:solidFill>
                <a:latin typeface="Bahnschrift" panose="020B0502040204020203" pitchFamily="34" charset="0"/>
              </a:rPr>
              <a:t>TITLE</a:t>
            </a:r>
            <a:br>
              <a:rPr lang="en-IN" sz="5400" dirty="0">
                <a:solidFill>
                  <a:srgbClr val="C00000"/>
                </a:solidFill>
                <a:latin typeface="Bahnschrift" panose="020B0502040204020203" pitchFamily="34" charset="0"/>
              </a:rPr>
            </a:br>
            <a:r>
              <a:rPr lang="en-IN" sz="5400" dirty="0">
                <a:solidFill>
                  <a:srgbClr val="C00000"/>
                </a:solidFill>
                <a:latin typeface="Bahnschrift" panose="020B0502040204020203" pitchFamily="34" charset="0"/>
              </a:rPr>
              <a:t>(Group No)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E151A-6B9D-4D6D-86D9-0B3E9529BC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r"/>
            <a:r>
              <a:rPr lang="en-IN" b="1" dirty="0"/>
              <a:t>Member Details</a:t>
            </a:r>
          </a:p>
          <a:p>
            <a:pPr algn="r"/>
            <a:endParaRPr lang="en-IN" b="1" dirty="0"/>
          </a:p>
          <a:p>
            <a:pPr algn="r"/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710157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1. Introduction to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Clearly describe the ML problem</a:t>
            </a:r>
          </a:p>
          <a:p>
            <a:r>
              <a:rPr dirty="0"/>
              <a:t> Importance and motivation</a:t>
            </a:r>
          </a:p>
          <a:p>
            <a:r>
              <a:rPr dirty="0"/>
              <a:t> Objective of the model</a:t>
            </a:r>
          </a:p>
          <a:p>
            <a:r>
              <a:rPr dirty="0"/>
              <a:t>Type of ML task (Classification/Regression/etc.)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Dataset 1 –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Source of </a:t>
            </a:r>
            <a:r>
              <a:rPr lang="en-IN" dirty="0"/>
              <a:t>the </a:t>
            </a:r>
            <a:r>
              <a:rPr dirty="0"/>
              <a:t>dataset</a:t>
            </a:r>
          </a:p>
          <a:p>
            <a:r>
              <a:rPr dirty="0"/>
              <a:t>Number of samples and features</a:t>
            </a:r>
          </a:p>
          <a:p>
            <a:r>
              <a:rPr dirty="0"/>
              <a:t>Feature descriptions</a:t>
            </a:r>
          </a:p>
          <a:p>
            <a:r>
              <a:rPr dirty="0"/>
              <a:t>Preprocessing steps (missing values, encoding, scaling)</a:t>
            </a:r>
          </a:p>
          <a:p>
            <a:r>
              <a:rPr dirty="0"/>
              <a:t>Train–test split details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Models Used for Dataset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List of models applied</a:t>
            </a:r>
          </a:p>
          <a:p>
            <a:r>
              <a:rPr dirty="0"/>
              <a:t>Reason for choosing each model</a:t>
            </a:r>
          </a:p>
          <a:p>
            <a:r>
              <a:rPr dirty="0"/>
              <a:t>Hyperparameters</a:t>
            </a:r>
          </a:p>
          <a:p>
            <a:r>
              <a:rPr dirty="0"/>
              <a:t>Frameworks used (Python, scikit-learn etc.)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4. Result Analysis – Dataset 1</a:t>
            </a:r>
            <a:r>
              <a:rPr lang="en-IN" dirty="0"/>
              <a:t> (if classification)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Confusion Matrix</a:t>
            </a:r>
          </a:p>
          <a:p>
            <a:r>
              <a:rPr lang="en-US" dirty="0"/>
              <a:t>Accuracy, Precision, Recall, Specificity, F1</a:t>
            </a:r>
          </a:p>
          <a:p>
            <a:r>
              <a:rPr lang="en-IN" dirty="0"/>
              <a:t>ROC-AUC, PR-AUC</a:t>
            </a:r>
          </a:p>
          <a:p>
            <a:r>
              <a:rPr lang="en-IN" dirty="0"/>
              <a:t>ROC, PR Curves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0E5BF-C18D-9D3E-29F0-742BC9DA3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5. Interpretation of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EA728-DAFF-6FDF-3CB0-5648FDCC67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2443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6</a:t>
            </a:r>
            <a:r>
              <a:rPr dirty="0"/>
              <a:t>. </a:t>
            </a:r>
            <a:r>
              <a:rPr lang="en-IN" dirty="0"/>
              <a:t>Remaining</a:t>
            </a:r>
            <a:r>
              <a:rPr dirty="0"/>
              <a:t>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Repeat Dataset Description → Model Selection → Results</a:t>
            </a:r>
          </a:p>
          <a:p>
            <a:r>
              <a:rPr dirty="0"/>
              <a:t>Include interpretation by each student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7</a:t>
            </a:r>
            <a:r>
              <a:rPr dirty="0"/>
              <a:t>. Final Comparative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Comparison of models</a:t>
            </a:r>
          </a:p>
          <a:p>
            <a:r>
              <a:rPr dirty="0"/>
              <a:t>Best-performing model</a:t>
            </a:r>
          </a:p>
          <a:p>
            <a:r>
              <a:rPr dirty="0"/>
              <a:t>Insights gained</a:t>
            </a:r>
          </a:p>
          <a:p>
            <a:r>
              <a:rPr dirty="0"/>
              <a:t>Future improvements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good">
      <a:majorFont>
        <a:latin typeface="Bahnschrift"/>
        <a:ea typeface=""/>
        <a:cs typeface=""/>
      </a:majorFont>
      <a:minorFont>
        <a:latin typeface="Bahnschrift Light SemiCondensed"/>
        <a:ea typeface=""/>
        <a:cs typeface="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1183</TotalTime>
  <Words>163</Words>
  <Application>Microsoft Office PowerPoint</Application>
  <PresentationFormat>Widescreen</PresentationFormat>
  <Paragraphs>32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Bahnschrift</vt:lpstr>
      <vt:lpstr>Bahnschrift Light SemiCondensed</vt:lpstr>
      <vt:lpstr>Calibri</vt:lpstr>
      <vt:lpstr>Retrospect</vt:lpstr>
      <vt:lpstr>TITLE (Group No)</vt:lpstr>
      <vt:lpstr>1. Introduction to the Problem Statement</vt:lpstr>
      <vt:lpstr>2. Dataset 1 – Description</vt:lpstr>
      <vt:lpstr>3. Models Used for Dataset 1</vt:lpstr>
      <vt:lpstr>4. Result Analysis – Dataset 1 (if classification)</vt:lpstr>
      <vt:lpstr>5. Interpretation of Results</vt:lpstr>
      <vt:lpstr>6. Remaining Datasets</vt:lpstr>
      <vt:lpstr>7. Final Comparative 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 Paper Presentation on “DeepPap: deep convolutional networks for cervical cell classification”</dc:title>
  <dc:creator>vinitha Panicker</dc:creator>
  <cp:lastModifiedBy>Vinitha Panicker</cp:lastModifiedBy>
  <cp:revision>32</cp:revision>
  <dcterms:created xsi:type="dcterms:W3CDTF">2020-08-24T06:49:48Z</dcterms:created>
  <dcterms:modified xsi:type="dcterms:W3CDTF">2025-11-21T15:02:04Z</dcterms:modified>
</cp:coreProperties>
</file>