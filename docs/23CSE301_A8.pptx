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70" r:id="rId5"/>
    <p:sldId id="271" r:id="rId6"/>
    <p:sldId id="272" r:id="rId7"/>
    <p:sldId id="259" r:id="rId8"/>
    <p:sldId id="273" r:id="rId9"/>
    <p:sldId id="274" r:id="rId10"/>
    <p:sldId id="275" r:id="rId11"/>
    <p:sldId id="260" r:id="rId12"/>
    <p:sldId id="276" r:id="rId13"/>
    <p:sldId id="277" r:id="rId14"/>
    <p:sldId id="278" r:id="rId15"/>
    <p:sldId id="269" r:id="rId16"/>
    <p:sldId id="279" r:id="rId17"/>
    <p:sldId id="280" r:id="rId18"/>
    <p:sldId id="281"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67"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9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to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An individual customer profile, detailing their account history, satisfaction metrics, and whether they have discontinued the service.</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dirty="0"/>
              <a:t>2.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 specific consumer, capturing their demographic details, membership status, and overall spending habits.</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dirty="0"/>
              <a:t>2.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endParaRPr lang="en-US" dirty="0"/>
          </a:p>
          <a:p>
            <a:r>
              <a:rPr dirty="0"/>
              <a:t>Feature descriptions</a:t>
            </a:r>
            <a:r>
              <a:rPr lang="en-US" dirty="0"/>
              <a:t> : A business client (such as a restaurant or retailer), characterized by their annual spending across different product categories like fresh food, milk, and grocery.</a:t>
            </a:r>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dirty="0"/>
              <a:t>2.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normAutofit/>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lang="en-US" dirty="0"/>
          </a:p>
          <a:p>
            <a:r>
              <a:rPr lang="en-IN" dirty="0"/>
              <a:t>Feature descriptions : </a:t>
            </a:r>
            <a:r>
              <a:rPr lang="en-US" dirty="0"/>
              <a:t>A single user session on the website, tracking navigation patterns, page views, and whether the visit resulted in a transaction.</a:t>
            </a:r>
          </a:p>
          <a:p>
            <a:r>
              <a:rPr lang="en-US" dirty="0"/>
              <a:t>Preprocessing steps : categorical {label encoder}, scaling {standard scaler}</a:t>
            </a:r>
          </a:p>
          <a:p>
            <a:r>
              <a:rPr dirty="0"/>
              <a:t>Train–test split details</a:t>
            </a:r>
            <a:r>
              <a:rPr lang="en-US" dirty="0"/>
              <a:t> : </a:t>
            </a:r>
            <a:r>
              <a:rPr lang="en-IN" dirty="0"/>
              <a:t>70:30 train test split, random state 42</a:t>
            </a:r>
            <a:endParaRPr dirty="0"/>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p:txBody>
          <a:bodyPr/>
          <a:lstStyle/>
          <a:p>
            <a:r>
              <a:rPr dirty="0"/>
              <a:t>List of models applied</a:t>
            </a:r>
            <a:r>
              <a:rPr lang="en-US" dirty="0"/>
              <a:t> : </a:t>
            </a:r>
            <a:r>
              <a:rPr lang="en-US" dirty="0" err="1"/>
              <a:t>kNN</a:t>
            </a:r>
            <a:r>
              <a:rPr lang="en-US" dirty="0"/>
              <a:t>, Naïve Bayes, Logistic Regression</a:t>
            </a:r>
            <a:endParaRPr dirty="0"/>
          </a:p>
          <a:p>
            <a:r>
              <a:rPr dirty="0"/>
              <a:t>Reason for choosing each model</a:t>
            </a:r>
            <a:r>
              <a:rPr lang="en-US" dirty="0"/>
              <a:t> :</a:t>
            </a:r>
          </a:p>
          <a:p>
            <a:r>
              <a:rPr lang="en-US" dirty="0"/>
              <a:t>Hyperparameters : </a:t>
            </a:r>
            <a:endParaRPr dirty="0"/>
          </a:p>
          <a:p>
            <a:r>
              <a:rPr dirty="0"/>
              <a:t>Frameworks used </a:t>
            </a:r>
            <a:r>
              <a:rPr lang="en-US" dirty="0"/>
              <a:t>: p</a:t>
            </a:r>
            <a:r>
              <a:rPr dirty="0"/>
              <a:t>ython, scikit-learn</a:t>
            </a:r>
            <a:r>
              <a:rPr lang="en-US" dirty="0"/>
              <a:t>, pandas, matplotlib</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p:txBody>
          <a:bodyPr/>
          <a:lstStyle/>
          <a:p>
            <a:r>
              <a:rPr dirty="0"/>
              <a:t>List of models applied</a:t>
            </a:r>
            <a:r>
              <a:rPr lang="en-US" dirty="0"/>
              <a:t> : Linear Regression, Ridge Regression, Lasso Regression</a:t>
            </a:r>
            <a:endParaRPr dirty="0"/>
          </a:p>
          <a:p>
            <a:r>
              <a:rPr dirty="0"/>
              <a:t>Reason for choosing each model</a:t>
            </a:r>
            <a:r>
              <a:rPr lang="en-US" dirty="0"/>
              <a:t> : </a:t>
            </a:r>
          </a:p>
          <a:p>
            <a:r>
              <a:rPr lang="en-US" dirty="0"/>
              <a:t>Hyperparameters : </a:t>
            </a:r>
            <a:endParaRPr dirty="0"/>
          </a:p>
          <a:p>
            <a:r>
              <a:rPr dirty="0"/>
              <a:t>Frameworks used</a:t>
            </a:r>
            <a:r>
              <a:rPr lang="en-US" dirty="0"/>
              <a:t> :</a:t>
            </a:r>
            <a:r>
              <a:rPr dirty="0"/>
              <a:t> </a:t>
            </a:r>
            <a:r>
              <a:rPr lang="en-US" dirty="0"/>
              <a:t>p</a:t>
            </a:r>
            <a:r>
              <a:rPr dirty="0"/>
              <a:t>ython, scikit-learn</a:t>
            </a:r>
            <a:r>
              <a:rPr lang="en-US" dirty="0"/>
              <a:t>, matplotlib</a:t>
            </a:r>
            <a:endParaRPr dirty="0"/>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a:xfrm>
            <a:off x="5895325" y="4259179"/>
            <a:ext cx="4006666" cy="1613108"/>
          </a:xfrm>
        </p:spPr>
        <p:txBody>
          <a:bodyPr>
            <a:normAutofit/>
          </a:bodyPr>
          <a:lstStyle/>
          <a:p>
            <a:pPr marL="0" indent="0">
              <a:buNone/>
            </a:pPr>
            <a:r>
              <a:rPr dirty="0"/>
              <a:t>Frameworks used</a:t>
            </a:r>
            <a:r>
              <a:rPr lang="en-US" dirty="0"/>
              <a:t> : </a:t>
            </a:r>
            <a:r>
              <a:rPr lang="en-IN" dirty="0"/>
              <a:t>Python, scikit-learn, pandas, </a:t>
            </a:r>
            <a:r>
              <a:rPr lang="en-IN" dirty="0" err="1"/>
              <a:t>numpy</a:t>
            </a:r>
            <a:r>
              <a:rPr lang="en-IN" dirty="0"/>
              <a:t>, matplotlib, seaborn, </a:t>
            </a:r>
            <a:r>
              <a:rPr lang="en-IN" dirty="0" err="1"/>
              <a:t>scipy</a:t>
            </a:r>
            <a:endParaRPr dirty="0"/>
          </a:p>
        </p:txBody>
      </p:sp>
      <p:sp>
        <p:nvSpPr>
          <p:cNvPr id="5" name="TextBox 4">
            <a:extLst>
              <a:ext uri="{FF2B5EF4-FFF2-40B4-BE49-F238E27FC236}">
                <a16:creationId xmlns:a16="http://schemas.microsoft.com/office/drawing/2014/main" id="{4631BC1B-D7C7-3763-114F-EE26F958D42F}"/>
              </a:ext>
            </a:extLst>
          </p:cNvPr>
          <p:cNvSpPr txBox="1"/>
          <p:nvPr/>
        </p:nvSpPr>
        <p:spPr>
          <a:xfrm>
            <a:off x="5790197" y="1951672"/>
            <a:ext cx="6093994" cy="1477328"/>
          </a:xfrm>
          <a:prstGeom prst="rect">
            <a:avLst/>
          </a:prstGeom>
          <a:noFill/>
        </p:spPr>
        <p:txBody>
          <a:bodyPr wrap="square">
            <a:spAutoFit/>
          </a:bodyPr>
          <a:lstStyle/>
          <a:p>
            <a:r>
              <a:rPr lang="en-US" dirty="0"/>
              <a:t>Reason for choosing each model :</a:t>
            </a:r>
          </a:p>
          <a:p>
            <a:r>
              <a:rPr lang="en-US" dirty="0"/>
              <a:t>K-Means: Good for creating spherical, distinct clusters.</a:t>
            </a:r>
          </a:p>
          <a:p>
            <a:r>
              <a:rPr lang="en-US" dirty="0"/>
              <a:t>Hierarchical: For visualizing relationships, helps determine optimal cluster count.</a:t>
            </a:r>
          </a:p>
          <a:p>
            <a:r>
              <a:rPr lang="en-US" dirty="0"/>
              <a:t>DBSCAN: Good for arbitrary shapes and outlier detection.</a:t>
            </a:r>
          </a:p>
        </p:txBody>
      </p:sp>
      <p:sp>
        <p:nvSpPr>
          <p:cNvPr id="7" name="TextBox 6">
            <a:extLst>
              <a:ext uri="{FF2B5EF4-FFF2-40B4-BE49-F238E27FC236}">
                <a16:creationId xmlns:a16="http://schemas.microsoft.com/office/drawing/2014/main" id="{2F7AEDA4-B089-A8CE-9F7B-4DA4A4436308}"/>
              </a:ext>
            </a:extLst>
          </p:cNvPr>
          <p:cNvSpPr txBox="1"/>
          <p:nvPr/>
        </p:nvSpPr>
        <p:spPr>
          <a:xfrm>
            <a:off x="396742" y="2069265"/>
            <a:ext cx="5149816" cy="1200329"/>
          </a:xfrm>
          <a:prstGeom prst="rect">
            <a:avLst/>
          </a:prstGeom>
          <a:noFill/>
        </p:spPr>
        <p:txBody>
          <a:bodyPr wrap="square">
            <a:spAutoFit/>
          </a:bodyPr>
          <a:lstStyle/>
          <a:p>
            <a:r>
              <a:rPr lang="en-US" dirty="0"/>
              <a:t>List of models applied : </a:t>
            </a:r>
          </a:p>
          <a:p>
            <a:r>
              <a:rPr lang="en-US" dirty="0"/>
              <a:t>K-Means</a:t>
            </a:r>
          </a:p>
          <a:p>
            <a:r>
              <a:rPr lang="en-US" dirty="0"/>
              <a:t>Agglomerate</a:t>
            </a:r>
          </a:p>
          <a:p>
            <a:r>
              <a:rPr lang="en-US" dirty="0"/>
              <a:t>DBSCAN </a:t>
            </a:r>
            <a:endParaRPr lang="en-IN" dirty="0"/>
          </a:p>
        </p:txBody>
      </p:sp>
      <p:sp>
        <p:nvSpPr>
          <p:cNvPr id="9" name="TextBox 8">
            <a:extLst>
              <a:ext uri="{FF2B5EF4-FFF2-40B4-BE49-F238E27FC236}">
                <a16:creationId xmlns:a16="http://schemas.microsoft.com/office/drawing/2014/main" id="{00F5AA22-4FA7-8340-64CA-F8A9D2C6659B}"/>
              </a:ext>
            </a:extLst>
          </p:cNvPr>
          <p:cNvSpPr txBox="1"/>
          <p:nvPr/>
        </p:nvSpPr>
        <p:spPr>
          <a:xfrm>
            <a:off x="396742" y="4188570"/>
            <a:ext cx="5393455" cy="1754326"/>
          </a:xfrm>
          <a:prstGeom prst="rect">
            <a:avLst/>
          </a:prstGeom>
          <a:noFill/>
        </p:spPr>
        <p:txBody>
          <a:bodyPr wrap="square">
            <a:spAutoFit/>
          </a:bodyPr>
          <a:lstStyle/>
          <a:p>
            <a:r>
              <a:rPr lang="en-US" dirty="0"/>
              <a:t>Hyperparameters : </a:t>
            </a:r>
          </a:p>
          <a:p>
            <a:r>
              <a:rPr lang="en-US" dirty="0"/>
              <a:t>K-Means: </a:t>
            </a:r>
            <a:r>
              <a:rPr lang="en-US" dirty="0" err="1"/>
              <a:t>n_clusters</a:t>
            </a:r>
            <a:r>
              <a:rPr lang="en-US" dirty="0"/>
              <a:t>=3, </a:t>
            </a:r>
            <a:r>
              <a:rPr lang="en-US" dirty="0" err="1"/>
              <a:t>init</a:t>
            </a:r>
            <a:r>
              <a:rPr lang="en-US" dirty="0"/>
              <a:t>='k-means++', </a:t>
            </a:r>
            <a:r>
              <a:rPr lang="en-US" dirty="0" err="1"/>
              <a:t>n_init</a:t>
            </a:r>
            <a:r>
              <a:rPr lang="en-US" dirty="0"/>
              <a:t>=10, </a:t>
            </a:r>
            <a:r>
              <a:rPr lang="en-US" dirty="0" err="1"/>
              <a:t>random_state</a:t>
            </a:r>
            <a:r>
              <a:rPr lang="en-US" dirty="0"/>
              <a:t>=42</a:t>
            </a:r>
          </a:p>
          <a:p>
            <a:r>
              <a:rPr lang="en-US" dirty="0"/>
              <a:t>Hierarchical: Default</a:t>
            </a:r>
          </a:p>
          <a:p>
            <a:r>
              <a:rPr lang="en-US" dirty="0"/>
              <a:t>DBSCAN: Default</a:t>
            </a:r>
          </a:p>
          <a:p>
            <a:endParaRPr lang="en-US" dirty="0"/>
          </a:p>
        </p:txBody>
      </p:sp>
    </p:spTree>
    <p:extLst>
      <p:ext uri="{BB962C8B-B14F-4D97-AF65-F5344CB8AC3E}">
        <p14:creationId xmlns:p14="http://schemas.microsoft.com/office/powerpoint/2010/main" val="558791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t>3. Models Used for Dataset 1</a:t>
            </a:r>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p:txBody>
          <a:bodyPr/>
          <a:lstStyle/>
          <a:p>
            <a:r>
              <a:rPr dirty="0"/>
              <a:t>List of models applied</a:t>
            </a:r>
          </a:p>
          <a:p>
            <a:r>
              <a:rPr dirty="0"/>
              <a:t>Reason for choosing each model</a:t>
            </a:r>
          </a:p>
          <a:p>
            <a:r>
              <a:rPr dirty="0"/>
              <a:t>Hyperparameters</a:t>
            </a:r>
          </a:p>
          <a:p>
            <a:r>
              <a:rPr dirty="0"/>
              <a:t>Frameworks used (Python, scikit-learn etc.)</a:t>
            </a:r>
          </a:p>
        </p:txBody>
      </p:sp>
    </p:spTree>
    <p:extLst>
      <p:ext uri="{BB962C8B-B14F-4D97-AF65-F5344CB8AC3E}">
        <p14:creationId xmlns:p14="http://schemas.microsoft.com/office/powerpoint/2010/main" val="9237759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9D9E3-6FCF-175F-B057-1B12EB1AF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2AE70-1334-379B-4211-2A0E8BFAB033}"/>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16D544E1-3DB3-6DD4-F16E-941C7791D910}"/>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958603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B5F5-16EE-FDE2-F6BC-36B7D8029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38BC2-F8BD-BEF2-DA23-618C16073E66}"/>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E1656AB4-D375-F4F3-2CB0-D5E595C328DE}"/>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31988636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0E5BF-C18D-9D3E-29F0-742BC9DA37C8}"/>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758EA728-DAFF-6FDF-3CB0-5648FDCC67F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762443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3922C41-CBFF-060C-0674-DC2F8A823848}"/>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3886759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E9C99-B231-A337-FC6D-D34FF684A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BA18D1-C120-EFE0-89DF-C935C1F652E9}"/>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2E7DBD61-3F7C-27B5-E897-99B48EF006DD}"/>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787671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7</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1396</TotalTime>
  <Words>884</Words>
  <Application>Microsoft Office PowerPoint</Application>
  <PresentationFormat>Widescreen</PresentationFormat>
  <Paragraphs>98</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2. Dataset 2 – Description</vt:lpstr>
      <vt:lpstr>2. Dataset 3 – Description</vt:lpstr>
      <vt:lpstr>2. Dataset 4 – Description</vt:lpstr>
      <vt:lpstr>3. Models Used for Dataset 1</vt:lpstr>
      <vt:lpstr>3. Models Used for Dataset 1</vt:lpstr>
      <vt:lpstr>3. Models Used for Dataset 1</vt:lpstr>
      <vt:lpstr>3. Models Used for Dataset 1</vt:lpstr>
      <vt:lpstr>4. Result Analysis – Dataset 1 (if classification)</vt:lpstr>
      <vt:lpstr>4. Result Analysis – Dataset 1 (if classification)</vt:lpstr>
      <vt:lpstr>4. Result Analysis – Dataset 1 (if classification)</vt:lpstr>
      <vt:lpstr>4. Result Analysis – Dataset 1 (if classification)</vt:lpstr>
      <vt:lpstr>5. Interpretation of Results</vt:lpstr>
      <vt:lpstr>5. Interpretation of Results</vt:lpstr>
      <vt:lpstr>5. Interpretation of Results</vt:lpstr>
      <vt:lpstr>5. Interpretation of Results</vt:lpstr>
      <vt:lpstr>7.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44</cp:revision>
  <dcterms:created xsi:type="dcterms:W3CDTF">2020-08-24T06:49:48Z</dcterms:created>
  <dcterms:modified xsi:type="dcterms:W3CDTF">2025-11-27T09:48:55Z</dcterms:modified>
</cp:coreProperties>
</file>