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59" r:id="rId5"/>
    <p:sldId id="260" r:id="rId6"/>
    <p:sldId id="280" r:id="rId7"/>
    <p:sldId id="270" r:id="rId8"/>
    <p:sldId id="273" r:id="rId9"/>
    <p:sldId id="278" r:id="rId10"/>
    <p:sldId id="281" r:id="rId11"/>
    <p:sldId id="271" r:id="rId12"/>
    <p:sldId id="274" r:id="rId13"/>
    <p:sldId id="276" r:id="rId14"/>
    <p:sldId id="269" r:id="rId15"/>
    <p:sldId id="272" r:id="rId16"/>
    <p:sldId id="275" r:id="rId17"/>
    <p:sldId id="277" r:id="rId18"/>
    <p:sldId id="279"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946"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pic>
        <p:nvPicPr>
          <p:cNvPr id="11" name="Content Placeholder 10">
            <a:extLst>
              <a:ext uri="{FF2B5EF4-FFF2-40B4-BE49-F238E27FC236}">
                <a16:creationId xmlns:a16="http://schemas.microsoft.com/office/drawing/2014/main" id="{27185E15-D60A-899E-8168-135AEF64F375}"/>
              </a:ext>
            </a:extLst>
          </p:cNvPr>
          <p:cNvPicPr>
            <a:picLocks noGrp="1" noChangeAspect="1"/>
          </p:cNvPicPr>
          <p:nvPr>
            <p:ph idx="1"/>
          </p:nvPr>
        </p:nvPicPr>
        <p:blipFill>
          <a:blip r:embed="rId2"/>
          <a:stretch>
            <a:fillRect/>
          </a:stretch>
        </p:blipFill>
        <p:spPr>
          <a:xfrm>
            <a:off x="1190652" y="1816691"/>
            <a:ext cx="6721422" cy="1013548"/>
          </a:xfrm>
          <a:prstGeom prst="rect">
            <a:avLst/>
          </a:prstGeom>
        </p:spPr>
      </p:pic>
      <p:pic>
        <p:nvPicPr>
          <p:cNvPr id="9" name="Picture 8">
            <a:extLst>
              <a:ext uri="{FF2B5EF4-FFF2-40B4-BE49-F238E27FC236}">
                <a16:creationId xmlns:a16="http://schemas.microsoft.com/office/drawing/2014/main" id="{C8C3DCE2-49A7-5C9E-3C94-12389756BA7A}"/>
              </a:ext>
            </a:extLst>
          </p:cNvPr>
          <p:cNvPicPr>
            <a:picLocks noChangeAspect="1"/>
          </p:cNvPicPr>
          <p:nvPr/>
        </p:nvPicPr>
        <p:blipFill>
          <a:blip r:embed="rId3"/>
          <a:stretch>
            <a:fillRect/>
          </a:stretch>
        </p:blipFill>
        <p:spPr>
          <a:xfrm>
            <a:off x="1190652" y="2830239"/>
            <a:ext cx="5551805" cy="3093797"/>
          </a:xfrm>
          <a:prstGeom prst="rect">
            <a:avLst/>
          </a:prstGeom>
        </p:spPr>
      </p:pic>
    </p:spTree>
    <p:extLst>
      <p:ext uri="{BB962C8B-B14F-4D97-AF65-F5344CB8AC3E}">
        <p14:creationId xmlns:p14="http://schemas.microsoft.com/office/powerpoint/2010/main" val="38867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dirty="0"/>
              <a:t>2.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dirty="0"/>
              <a:t>3.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dirty="0"/>
              <a:t>2.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dirty="0"/>
              <a:t>3.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dirty="0"/>
              <a:t>2.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dirty="0"/>
              <a:t>3.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7</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1449</TotalTime>
  <Words>1147</Words>
  <Application>Microsoft Office PowerPoint</Application>
  <PresentationFormat>Widescreen</PresentationFormat>
  <Paragraphs>123</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3. Models Used for Dataset 1</vt:lpstr>
      <vt:lpstr>4. Result Analysis – Dataset 1 (if classification)</vt:lpstr>
      <vt:lpstr>5. Interpretation of Results</vt:lpstr>
      <vt:lpstr>2. Dataset 2 – Description</vt:lpstr>
      <vt:lpstr>3. Models Used for Dataset 2</vt:lpstr>
      <vt:lpstr>4. Result Analysis – Dataset 1 (if classification)</vt:lpstr>
      <vt:lpstr>5. Interpretation of Results</vt:lpstr>
      <vt:lpstr>2. Dataset 3 – Description</vt:lpstr>
      <vt:lpstr>3. Models Used for Dataset 3</vt:lpstr>
      <vt:lpstr>4. Result Analysis – Dataset 1 (if classification)</vt:lpstr>
      <vt:lpstr>5. Interpretation of Results</vt:lpstr>
      <vt:lpstr>2. Dataset 4 – Description</vt:lpstr>
      <vt:lpstr>3. Models Used for Dataset 4</vt:lpstr>
      <vt:lpstr>4. Result Analysis – Dataset 1 (if classification)</vt:lpstr>
      <vt:lpstr>5. Interpretation of Results</vt:lpstr>
      <vt:lpstr>7.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46</cp:revision>
  <dcterms:created xsi:type="dcterms:W3CDTF">2020-08-24T06:49:48Z</dcterms:created>
  <dcterms:modified xsi:type="dcterms:W3CDTF">2025-11-27T10:54:21Z</dcterms:modified>
</cp:coreProperties>
</file>