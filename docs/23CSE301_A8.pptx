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70" r:id="rId5"/>
    <p:sldId id="271" r:id="rId6"/>
    <p:sldId id="272" r:id="rId7"/>
    <p:sldId id="259" r:id="rId8"/>
    <p:sldId id="273" r:id="rId9"/>
    <p:sldId id="274" r:id="rId10"/>
    <p:sldId id="275" r:id="rId11"/>
    <p:sldId id="260" r:id="rId12"/>
    <p:sldId id="276" r:id="rId13"/>
    <p:sldId id="277" r:id="rId14"/>
    <p:sldId id="278" r:id="rId15"/>
    <p:sldId id="269" r:id="rId16"/>
    <p:sldId id="279" r:id="rId17"/>
    <p:sldId id="280" r:id="rId18"/>
    <p:sldId id="281"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67"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9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and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An individual customer profile, detailing their account history, satisfaction metrics, and whether they have discontinued the service.</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dirty="0"/>
              <a:t>2.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 specific consumer, capturing their demographic details, membership status, and overall spending habits.</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dirty="0"/>
              <a:t>2.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endParaRPr lang="en-US" dirty="0"/>
          </a:p>
          <a:p>
            <a:r>
              <a:rPr dirty="0"/>
              <a:t>Feature descriptions</a:t>
            </a:r>
            <a:r>
              <a:rPr lang="en-US" dirty="0"/>
              <a:t> : A single user session on the website, tracking navigation patterns, page views, and whether the visit resulted in a transaction.</a:t>
            </a:r>
            <a:endParaRPr dirty="0"/>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dirty="0"/>
              <a:t>2.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lang="en-US" dirty="0"/>
          </a:p>
          <a:p>
            <a:r>
              <a:rPr lang="en-IN" dirty="0"/>
              <a:t>Feature descriptions : </a:t>
            </a:r>
            <a:r>
              <a:rPr lang="en-US" dirty="0"/>
              <a:t>A business client (such as a restaurant or retailer), characterized by their annual spending across different product categories like fresh food, milk, and grocery.</a:t>
            </a:r>
            <a:endParaRPr dirty="0"/>
          </a:p>
          <a:p>
            <a:r>
              <a:rPr dirty="0"/>
              <a:t>Preprocessing steps</a:t>
            </a:r>
            <a:r>
              <a:rPr lang="en-US" dirty="0"/>
              <a:t> : categorical {label encoder}, scaling {standard scaler}</a:t>
            </a:r>
            <a:endParaRPr dirty="0"/>
          </a:p>
          <a:p>
            <a:r>
              <a:rPr dirty="0"/>
              <a:t>Train–test split details</a:t>
            </a:r>
            <a:r>
              <a:rPr lang="en-US" dirty="0"/>
              <a:t> : </a:t>
            </a:r>
            <a:r>
              <a:rPr lang="en-IN" dirty="0"/>
              <a:t>70:30 train test split, random state 42</a:t>
            </a:r>
            <a:endParaRPr dirty="0"/>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p:txBody>
          <a:bodyPr/>
          <a:lstStyle/>
          <a:p>
            <a:r>
              <a:rPr dirty="0"/>
              <a:t>List of models applied</a:t>
            </a:r>
            <a:r>
              <a:rPr lang="en-US" dirty="0"/>
              <a:t> : </a:t>
            </a:r>
            <a:r>
              <a:rPr lang="en-US" dirty="0" err="1"/>
              <a:t>kNN</a:t>
            </a:r>
            <a:r>
              <a:rPr lang="en-US" dirty="0"/>
              <a:t>, Naïve Bayes, Logistic Regression</a:t>
            </a:r>
            <a:endParaRPr dirty="0"/>
          </a:p>
          <a:p>
            <a:r>
              <a:rPr dirty="0"/>
              <a:t>Reason for choosing each model</a:t>
            </a:r>
            <a:r>
              <a:rPr lang="en-US" dirty="0"/>
              <a:t> : All models suitable for binary classification, good for comparison</a:t>
            </a:r>
            <a:endParaRPr dirty="0"/>
          </a:p>
          <a:p>
            <a:r>
              <a:rPr dirty="0"/>
              <a:t>Frameworks used </a:t>
            </a:r>
            <a:r>
              <a:rPr lang="en-US" dirty="0"/>
              <a:t>: p</a:t>
            </a:r>
            <a:r>
              <a:rPr dirty="0"/>
              <a:t>ython, scikit-learn</a:t>
            </a:r>
            <a:r>
              <a:rPr lang="en-US" dirty="0"/>
              <a:t>, pandas</a:t>
            </a:r>
            <a:r>
              <a:rPr lang="en-US"/>
              <a:t>, matplotlib</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558791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9237759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9D9E3-6FCF-175F-B057-1B12EB1AF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2AE70-1334-379B-4211-2A0E8BFAB033}"/>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16D544E1-3DB3-6DD4-F16E-941C7791D910}"/>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958603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B5F5-16EE-FDE2-F6BC-36B7D8029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38BC2-F8BD-BEF2-DA23-618C16073E66}"/>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E1656AB4-D375-F4F3-2CB0-D5E595C328DE}"/>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31988636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0E5BF-C18D-9D3E-29F0-742BC9DA37C8}"/>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758EA728-DAFF-6FDF-3CB0-5648FDCC67F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762443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3922C41-CBFF-060C-0674-DC2F8A823848}"/>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3886759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E9C99-B231-A337-FC6D-D34FF684A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BA18D1-C120-EFE0-89DF-C935C1F652E9}"/>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2E7DBD61-3F7C-27B5-E897-99B48EF006DD}"/>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787671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7</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1298</TotalTime>
  <Words>805</Words>
  <Application>Microsoft Office PowerPoint</Application>
  <PresentationFormat>Widescreen</PresentationFormat>
  <Paragraphs>88</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2. Dataset 2 – Description</vt:lpstr>
      <vt:lpstr>2. Dataset 3 – Description</vt:lpstr>
      <vt:lpstr>2. Dataset 4 – Description</vt:lpstr>
      <vt:lpstr>3. Models Used for Dataset 1</vt:lpstr>
      <vt:lpstr>3. Models Used for Dataset 1</vt:lpstr>
      <vt:lpstr>3. Models Used for Dataset 1</vt:lpstr>
      <vt:lpstr>3. Models Used for Dataset 1</vt:lpstr>
      <vt:lpstr>4. Result Analysis – Dataset 1 (if classification)</vt:lpstr>
      <vt:lpstr>4. Result Analysis – Dataset 1 (if classification)</vt:lpstr>
      <vt:lpstr>4. Result Analysis – Dataset 1 (if classification)</vt:lpstr>
      <vt:lpstr>4. Result Analysis – Dataset 1 (if classification)</vt:lpstr>
      <vt:lpstr>5. Interpretation of Results</vt:lpstr>
      <vt:lpstr>5. Interpretation of Results</vt:lpstr>
      <vt:lpstr>5. Interpretation of Results</vt:lpstr>
      <vt:lpstr>5. Interpretation of Results</vt:lpstr>
      <vt:lpstr>7.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42</cp:revision>
  <dcterms:created xsi:type="dcterms:W3CDTF">2020-08-24T06:49:48Z</dcterms:created>
  <dcterms:modified xsi:type="dcterms:W3CDTF">2025-11-27T08:10:52Z</dcterms:modified>
</cp:coreProperties>
</file>